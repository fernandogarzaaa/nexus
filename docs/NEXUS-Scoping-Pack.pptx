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029200" cy="502920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ENGINEER CASE STUDY — PRODUCT &amp; TECHNICAL SCOPING PACK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22960" y="33101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AI-first agentic logistics operations layer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 →  Understand  →  Decide  →  Act  →  Verify  →  Update  →  Escalate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761488" cy="457200"/>
          </a:xfrm>
          <a:prstGeom prst="roundRect">
            <a:avLst>
              <a:gd name="adj" fmla="val 50000"/>
            </a:avLst>
          </a:prstGeom>
          <a:solidFill>
            <a:srgbClr val="132A52"/>
          </a:solidFill>
          <a:ln w="12700">
            <a:solidFill>
              <a:srgbClr val="2A42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Recovery Agent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85616" y="4892040"/>
            <a:ext cx="2578608" cy="457200"/>
          </a:xfrm>
          <a:prstGeom prst="roundRect">
            <a:avLst>
              <a:gd name="adj" fmla="val 50000"/>
            </a:avLst>
          </a:prstGeom>
          <a:solidFill>
            <a:srgbClr val="132A52"/>
          </a:solidFill>
          <a:ln w="12700">
            <a:solidFill>
              <a:srgbClr val="2A42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489204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Dispatch Agent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65392" y="4892040"/>
            <a:ext cx="3675888" cy="457200"/>
          </a:xfrm>
          <a:prstGeom prst="roundRect">
            <a:avLst>
              <a:gd name="adj" fmla="val 50000"/>
            </a:avLst>
          </a:prstGeom>
          <a:solidFill>
            <a:srgbClr val="132A52"/>
          </a:solidFill>
          <a:ln w="12700">
            <a:solidFill>
              <a:srgbClr val="2A42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4892040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Coordination Agent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technical interview panel  ·  github repository attached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proof-of-concept, not a pitch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on this slide is demonstrated live in the attached repository — this is not a mockup.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tell operators a shipment is late. None of them fix it — that's still a phone call, every time.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decides what to do and does it — safely, with limits a human sets.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5257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669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agents, a policy engine, an approval queue, and a live demo — all running today.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0" y="1874520"/>
            <a:ext cx="5212080" cy="4709160"/>
          </a:xfrm>
          <a:prstGeom prst="roundRect">
            <a:avLst>
              <a:gd name="adj" fmla="val 1748"/>
            </a:avLst>
          </a:prstGeom>
          <a:solidFill>
            <a:srgbClr val="0B1E3D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20840" y="2560320"/>
            <a:ext cx="4617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working agents, wired together</a:t>
            </a:r>
            <a:endParaRPr lang="en-US" sz="1500" dirty="0"/>
          </a:p>
          <a:p>
            <a:pPr marL="342900" indent="-342900">
              <a:spcAft>
                <a:spcPts val="20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engine that limits what they can do</a:t>
            </a:r>
            <a:endParaRPr lang="en-US" sz="1500" dirty="0"/>
          </a:p>
          <a:p>
            <a:pPr marL="342900" indent="-342900">
              <a:spcAft>
                <a:spcPts val="20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approval queue with full context</a:t>
            </a:r>
            <a:endParaRPr lang="en-US" sz="1500" dirty="0"/>
          </a:p>
          <a:p>
            <a:pPr marL="342900" indent="-342900">
              <a:spcAft>
                <a:spcPts val="20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repeatable, one-click demo scenario</a:t>
            </a:r>
            <a:endParaRPr lang="en-US" sz="1500" dirty="0"/>
          </a:p>
          <a:p>
            <a:pPr marL="342900" indent="-342900">
              <a:spcAft>
                <a:spcPts val="20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— six screens</a:t>
            </a:r>
            <a:endParaRPr lang="en-US" sz="1500" dirty="0"/>
          </a:p>
          <a:p>
            <a:pPr marL="342900" indent="-342900">
              <a:spcAft>
                <a:spcPts val="20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automated tests, all passing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Logistics Platform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isn't the gap. Coordinated action is.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mid-sized carriers and 3PLs already know when a shipment is late.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don't have is a system that decides what to do about it and does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346704"/>
            <a:ext cx="146304" cy="146304"/>
          </a:xfrm>
          <a:prstGeom prst="ellipse">
            <a:avLst/>
          </a:prstGeom>
          <a:solidFill>
            <a:srgbClr val="C432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91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dispatcher has to notice the exception first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803904"/>
            <a:ext cx="146304" cy="146304"/>
          </a:xfrm>
          <a:prstGeom prst="ellipse">
            <a:avLst/>
          </a:prstGeom>
          <a:solidFill>
            <a:srgbClr val="C4322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49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...then call the facility to rebook the appointment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61104"/>
            <a:ext cx="146304" cy="146304"/>
          </a:xfrm>
          <a:prstGeom prst="ellipse">
            <a:avLst/>
          </a:prstGeom>
          <a:solidFill>
            <a:srgbClr val="C4322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...then call the customer with a new ETA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18304"/>
            <a:ext cx="146304" cy="146304"/>
          </a:xfrm>
          <a:prstGeom prst="ellipse">
            <a:avLst/>
          </a:prstGeom>
          <a:solidFill>
            <a:srgbClr val="C4322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663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...then re-key the outcome into two or three systems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75504"/>
            <a:ext cx="146304" cy="146304"/>
          </a:xfrm>
          <a:prstGeom prst="ellipse">
            <a:avLst/>
          </a:prstGeom>
          <a:solidFill>
            <a:srgbClr val="C4322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...repeated dozens of times a day, worst exactly when busiest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856"/>
            </a:avLst>
          </a:prstGeom>
          <a:solidFill>
            <a:srgbClr val="0B1E3D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20840" y="2423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strike="sngStrike" dirty="0">
                <a:solidFill>
                  <a:srgbClr val="7C8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happening?”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20840" y="306324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should happen next — and can the system make it happen?”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0" y="47091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shift from a visibility product to an operations layer — and it's the entire premise NEXUS is built to prove.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Logistics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Dana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Manager at a 60-truck regional carrier. We're building for her, not for a Fortune 500 shipper.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0" cy="443484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3100" y="2171700"/>
            <a:ext cx="868680" cy="868680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1943100" y="21717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23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584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Manager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shipments moving every day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her day is spent firefighting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TMS, her phone, and spreadsheets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trust a black box — she wants to see why, and to set the limits herself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7040880" cy="1965960"/>
          </a:xfrm>
          <a:prstGeom prst="roundRect">
            <a:avLst>
              <a:gd name="adj" fmla="val 4186"/>
            </a:avLst>
          </a:prstGeom>
          <a:solidFill>
            <a:srgbClr val="EEF3FE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0299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PROBLEM, IN ONE LINE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37744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already know when a load is late. I need something that does more than tell me.”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0" y="3977640"/>
            <a:ext cx="7040880" cy="2286000"/>
          </a:xfrm>
          <a:prstGeom prst="roundRect">
            <a:avLst>
              <a:gd name="adj" fmla="val 3600"/>
            </a:avLst>
          </a:prstGeom>
          <a:solidFill>
            <a:srgbClr val="0B1E3D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SHE'S CHOOSING BETWEEN TODAY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455371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software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46320" y="4855464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but it doesn't scale — and leaves no record.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530352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46320" y="560527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shippers 10x her size — and still won't act for her.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Logistics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 watches your shipments, figures out what's gone wrong, decides how to fix it, does it through a controlled set of tools, double-checks its own work, and brings a human in when it should.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132A52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16052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04288" y="416052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32304" y="416052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132A52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2304" y="416052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13632" y="416052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41648" y="416052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132A52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1648" y="416052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22976" y="416052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50992" y="416052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132A52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416052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416052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0336" y="416052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132A52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0336" y="416052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41664" y="416052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69680" y="416052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132A52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416052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351008" y="416052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479024" y="416052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132A52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79024" y="416052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532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generic AI chatbot. The system performs meaningful operational work — it acts, then proves it acted correctly.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Logistics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COMPETITIVE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different job, not a new claim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“Agentic” isn't new. We're just aiming it at a job no one else is doing: acting on the exception, not reporting it.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743200"/>
        </p:xfrm>
        <a:graphic>
          <a:graphicData uri="http://schemas.openxmlformats.org/drawingml/2006/table">
            <a:tbl>
              <a:tblPr/>
              <a:tblGrid>
                <a:gridCol w="2377440"/>
                <a:gridCol w="4663440"/>
                <a:gridCol w="4023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they're great at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don't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project44 / FourKites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visibility, predictive ETAs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Tell you it's late. Don't fix it.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 Associates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planning &amp; warehouse ops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planning cycles, not live exceptions.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optimization &amp; dispatch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Optimizes the plan — not the recovery.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copilots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questions about your 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leave the fix to a human.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0060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EEF3FE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act, not just explain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5532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end in a real change to the shipment — not a message someone still has to go act 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480060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EEF3FE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99432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 you can see and set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99432" y="5532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autonomy rule and cost limit is visible and editable — never a hidden setting.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38160" y="480060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EEF3FE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operator no one else serves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394192" y="5532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giant shipper. Not a spreadsheet. The 20–200-loads-a-day carrier in between.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Logistics Platform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operations dashboard, not a demo skin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85800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pic>
        <p:nvPicPr>
          <p:cNvPr id="5" name="Image 0" descr="/tmp/deck-02-command-center-af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828800"/>
            <a:ext cx="676656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08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— live KPIs, route map, agent activity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635240" y="1828800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18120" y="1975104"/>
            <a:ext cx="274320" cy="274320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18288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2523744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18120" y="2670048"/>
            <a:ext cx="274320" cy="274320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25237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Queue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635240" y="3218688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18120" y="3364992"/>
            <a:ext cx="274320" cy="274320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0" y="32186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635240" y="3913632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18120" y="4059936"/>
            <a:ext cx="274320" cy="274320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39136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Activity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635240" y="4608576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18120" y="4754880"/>
            <a:ext cx="274320" cy="274320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0" y="46085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635240" y="5303520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18120" y="5449824"/>
            <a:ext cx="274320" cy="274320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0" y="53035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Config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Logistics Platform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AGENTIC FUNCTIONS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differentiated agents, cooperating on one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30168" cy="4434840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5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542032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420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Recovery Agent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3657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 delay, a missed window, a broken-down truck — and decides what to do about it.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470916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 recovery options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its own, or asks first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its own work, every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1828800"/>
            <a:ext cx="3630168" cy="4434840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5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544568" y="2542032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7845A"/>
          </a:solidFill>
          <a:ln/>
        </p:spPr>
      </p:sp>
      <p:sp>
        <p:nvSpPr>
          <p:cNvPr id="14" name="Text 12"/>
          <p:cNvSpPr/>
          <p:nvPr/>
        </p:nvSpPr>
        <p:spPr>
          <a:xfrm>
            <a:off x="4544568" y="25420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WATCHING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1772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Dispatch Agent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3657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checking: is this driver still the right call for this load?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17720" y="470916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hours-of-service &amp; availability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a better assignment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reassigns without a human's OK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74736" y="1828800"/>
            <a:ext cx="3630168" cy="4434840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30768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5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357616" y="2542032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8942C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25420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TOUCH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30768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Agent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30768" y="3657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every message the other two agents' decisions require.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30768" y="470916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customers and facilities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Instructs drivers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logged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Logistics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step is logged. Nothing is hidden.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moment something goes wrong to the moment it's fixed — no black box, no invisible reasoning.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0B1E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06040" y="1965960"/>
            <a:ext cx="18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88920" y="19659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0B1E3D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9659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1965960"/>
            <a:ext cx="18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37760" y="19659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2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9659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03720" y="1965960"/>
            <a:ext cx="18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86600" y="19659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2F6FEB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19659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52560" y="1965960"/>
            <a:ext cx="18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235440" y="19659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6B4FA0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9659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5468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154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if required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7947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8942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947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Approval*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606040" y="3794760"/>
            <a:ext cx="18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788920" y="37947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7845A"/>
          </a:solidFill>
          <a:ln/>
        </p:spPr>
      </p:sp>
      <p:sp>
        <p:nvSpPr>
          <p:cNvPr id="25" name="Text 23"/>
          <p:cNvSpPr/>
          <p:nvPr/>
        </p:nvSpPr>
        <p:spPr>
          <a:xfrm>
            <a:off x="2788920" y="37947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18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937760" y="37947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7845A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7947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03720" y="3794760"/>
            <a:ext cx="18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086600" y="37947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0B1E3D"/>
          </a:solidFill>
          <a:ln/>
        </p:spPr>
      </p:sp>
      <p:sp>
        <p:nvSpPr>
          <p:cNvPr id="31" name="Text 29"/>
          <p:cNvSpPr/>
          <p:nvPr/>
        </p:nvSpPr>
        <p:spPr>
          <a:xfrm>
            <a:off x="7086600" y="37947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052560" y="3794760"/>
            <a:ext cx="18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235440" y="37947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0B1E3D"/>
          </a:solidFill>
          <a:ln/>
        </p:spPr>
      </p:sp>
      <p:sp>
        <p:nvSpPr>
          <p:cNvPr id="34" name="Text 32"/>
          <p:cNvSpPr/>
          <p:nvPr/>
        </p:nvSpPr>
        <p:spPr>
          <a:xfrm>
            <a:off x="9235440" y="37947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EF3FE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2960" y="5285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touches the data directly. Every action goes through a checked, validated set of tools — and every one of those writes a record to the audit log.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Logistics 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&amp; AUTONOMY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levels. The operator sets the dial.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on its own by default — every action type has a level, and Dana can turn it up or down herself.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852160" cy="329184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13716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Watches and reports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Suggests, always asks 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Low-risk auto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Acts on its own, under a $ limit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Reschedule ≤ $100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auto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Acts on its own, within its lane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Rebook ≤ $500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High-impact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asks a human 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Reassign a driver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235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setting on the Policy Configuration screen, not a line of code.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75120" y="1920240"/>
            <a:ext cx="49377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pic>
        <p:nvPicPr>
          <p:cNvPr id="8" name="Image 0" descr="/tmp/deck-07-polic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965960"/>
            <a:ext cx="4846320" cy="30266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20840" y="5029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Policy Configuration screen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720840" y="53949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editable in the running app — change a level or a dollar limit and the next exception is governed by it immediately.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Logistics Platform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 today, and what we chose to skip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EAF6E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84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4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agents, wired together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4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limit what they can do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4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approval queue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4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shipments, 10 drivers, 5 warehouses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4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6-screen dashboard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4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click: watch it solve a real problem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4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automated tests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FBEFE3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84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PURPOSE, NOT YET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542032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✕"/>
            </a:pPr>
            <a:r>
              <a:rPr lang="en-US" sz="14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TMS / GPS / routing connections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✕"/>
            </a:pPr>
            <a:r>
              <a:rPr lang="en-US" sz="14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emails, texts, or EDI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✕"/>
            </a:pPr>
            <a:r>
              <a:rPr lang="en-US" sz="14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Logins, billing, multiple companies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✕"/>
            </a:pPr>
            <a:r>
              <a:rPr lang="en-US" sz="14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mobile app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✕"/>
            </a:pPr>
            <a:r>
              <a:rPr lang="en-US" sz="14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problems before they happen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37960" y="5623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plugs into the same architecture later — none of it needs a rewrite.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Logistics Platform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happen in under two minutes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runs 45 minutes late on a critical shipment. Here's the app catching it, fixing it, and proving it — with no one touching a keyboard.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94360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pic>
        <p:nvPicPr>
          <p:cNvPr id="6" name="Image 0" descr="/tmp/deck-03-ac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965960"/>
            <a:ext cx="585216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6967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Agent Activity feed, mid-run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75120" y="1920240"/>
            <a:ext cx="402336" cy="402336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42048" y="18928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delay is caught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42048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late — enough to blow the delivery window.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75120" y="2779776"/>
            <a:ext cx="402336" cy="402336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42048" y="27523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weighs the options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242048" y="30540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to fix it, ranked by cost and how well each works.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675120" y="3639312"/>
            <a:ext cx="402336" cy="402336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42048" y="36118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the rules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242048" y="39136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to fix it. Under the $100 limit — no need to ask.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675120" y="4498848"/>
            <a:ext cx="402336" cy="402336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0" y="4498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242048" y="44714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calls the warehouse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42048" y="47731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 new appointment time, on its own.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675120" y="5358384"/>
            <a:ext cx="402336" cy="402336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25" name="Text 22"/>
          <p:cNvSpPr/>
          <p:nvPr/>
        </p:nvSpPr>
        <p:spPr>
          <a:xfrm>
            <a:off x="6675120" y="5358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242048" y="5330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customer told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242048" y="56327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logged, and no one had to do a thing.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Logistics Platform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phases, each shipping on the same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130552" cy="3566160"/>
          </a:xfrm>
          <a:prstGeom prst="roundRect">
            <a:avLst>
              <a:gd name="adj" fmla="val 3863"/>
            </a:avLst>
          </a:prstGeom>
          <a:solidFill>
            <a:srgbClr val="0B1E3D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331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E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1764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repository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79192" y="365760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07208" y="2103120"/>
            <a:ext cx="2130552" cy="3566160"/>
          </a:xfrm>
          <a:prstGeom prst="roundRect">
            <a:avLst>
              <a:gd name="adj" fmla="val 38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90088" y="2331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299008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90088" y="297180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MVP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90088" y="3611880"/>
            <a:ext cx="1764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store, real comms, pilot operator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65776" y="2103120"/>
            <a:ext cx="2130552" cy="3566160"/>
          </a:xfrm>
          <a:prstGeom prst="roundRect">
            <a:avLst>
              <a:gd name="adj" fmla="val 38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48656" y="2331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B4FA0"/>
          </a:solidFill>
          <a:ln/>
        </p:spPr>
      </p:sp>
      <p:sp>
        <p:nvSpPr>
          <p:cNvPr id="18" name="Text 16"/>
          <p:cNvSpPr/>
          <p:nvPr/>
        </p:nvSpPr>
        <p:spPr>
          <a:xfrm>
            <a:off x="5248656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48656" y="297180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48656" y="3611880"/>
            <a:ext cx="1764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TMS, telematics, routing, carrier systems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96328" y="365760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24344" y="2103120"/>
            <a:ext cx="2130552" cy="3566160"/>
          </a:xfrm>
          <a:prstGeom prst="roundRect">
            <a:avLst>
              <a:gd name="adj" fmla="val 38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07224" y="2331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942C"/>
          </a:solidFill>
          <a:ln/>
        </p:spPr>
      </p:sp>
      <p:sp>
        <p:nvSpPr>
          <p:cNvPr id="24" name="Text 22"/>
          <p:cNvSpPr/>
          <p:nvPr/>
        </p:nvSpPr>
        <p:spPr>
          <a:xfrm>
            <a:off x="7507224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07224" y="297180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Intelligence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07224" y="3611880"/>
            <a:ext cx="1764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detection, capacity forecasting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54896" y="365760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582912" y="2103120"/>
            <a:ext cx="2130552" cy="3566160"/>
          </a:xfrm>
          <a:prstGeom prst="roundRect">
            <a:avLst>
              <a:gd name="adj" fmla="val 38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65792" y="2331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845A"/>
          </a:solidFill>
          <a:ln/>
        </p:spPr>
      </p:sp>
      <p:sp>
        <p:nvSpPr>
          <p:cNvPr id="30" name="Text 28"/>
          <p:cNvSpPr/>
          <p:nvPr/>
        </p:nvSpPr>
        <p:spPr>
          <a:xfrm>
            <a:off x="9765792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65792" y="297180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Operations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65792" y="3611880"/>
            <a:ext cx="1764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autonomy, governed throughout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milestones, dependencies, risks, and success measures per phase: docs/product/roadmap.md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Logistics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 results, not how smart the AI sounds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7568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2F6FE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58568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Resolution Time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3044952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a problem goes from caught to fixed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87452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84448" y="207568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2F6FEB"/>
          </a:solidFill>
          <a:ln/>
        </p:spPr>
      </p:sp>
      <p:sp>
        <p:nvSpPr>
          <p:cNvPr id="10" name="Text 8"/>
          <p:cNvSpPr/>
          <p:nvPr/>
        </p:nvSpPr>
        <p:spPr>
          <a:xfrm>
            <a:off x="3584448" y="2258568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Resolution Rate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84448" y="3044952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gets fixed with no human needed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207568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2F6F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088" y="2258568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On-Time Delivery Rate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19088" y="3044952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actually matters to customers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2560" y="187452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53728" y="207568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2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9253728" y="2258568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Intervention Rate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53728" y="3044952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we still need a person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1788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2F6FEB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361688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Action Success Rate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5148072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fix works on the first try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397764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84448" y="41788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2F6FEB"/>
          </a:solidFill>
          <a:ln/>
        </p:spPr>
      </p:sp>
      <p:sp>
        <p:nvSpPr>
          <p:cNvPr id="26" name="Text 24"/>
          <p:cNvSpPr/>
          <p:nvPr/>
        </p:nvSpPr>
        <p:spPr>
          <a:xfrm>
            <a:off x="3584448" y="4361688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Avoided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584448" y="5148072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human would've spent fixing it by hand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97764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19088" y="41788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2F6FEB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088" y="4361688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Recovery Rate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19088" y="5148072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we save a delivery that was about to miss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52560" y="397764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0B1E3D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53728" y="436168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not here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253728" y="4754880"/>
            <a:ext cx="2295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smart is the model?” That's not a business result — we don't track it.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Logistics Platform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it fixes one shipment. Someday, the network.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it earns trust, NEXUS gets to make more calls on its own — but the guardrails never come off. Every new capability plugs into the same rules, the same approvals, the same audit log this POC already runs 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128016" cy="128016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real work — not a suggestion a person still has to act 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590288"/>
            <a:ext cx="128016" cy="128016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5445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autonomous action is deliberate, and every one is logged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5157216"/>
            <a:ext cx="128016" cy="128016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1114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integration is a plug-in, never a rewrite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172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github.com/fernandogarzaaa/kpmg-nexus-prototype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Logistics Platform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— AI-First Agentic Logistics Platform</dc:title>
  <dc:subject>PptxGenJS Presentation</dc:subject>
  <dc:creator>NEXUS</dc:creator>
  <cp:lastModifiedBy>NEXUS</cp:lastModifiedBy>
  <cp:revision>1</cp:revision>
  <dcterms:created xsi:type="dcterms:W3CDTF">2026-08-21T04:38:01Z</dcterms:created>
  <dcterms:modified xsi:type="dcterms:W3CDTF">2026-08-21T04:38:01Z</dcterms:modified>
</cp:coreProperties>
</file>